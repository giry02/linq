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f46ffc4a74879" /><Relationship Type="http://schemas.openxmlformats.org/officeDocument/2006/relationships/extended-properties" Target="/docProps/app.xml" Id="R98719078be5442f9" /><Relationship Type="http://schemas.openxmlformats.org/officeDocument/2006/relationships/officeDocument" Target="/ppt/presentation.xml" Id="R220bf0b1740b41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7e5fda9df64413"/>
  </p:sldMasterIdLst>
  <p:notesMasterIdLst>
    <p:notesMasterId xmlns:r="http://schemas.openxmlformats.org/officeDocument/2006/relationships" r:id="R51393dbcd0334317"/>
  </p:notesMasterIdLst>
  <p:sldIdLst>
    <p:sldId xmlns:r="http://schemas.openxmlformats.org/officeDocument/2006/relationships" id="256" r:id="R3d64cad148b74f54"/>
    <p:sldId xmlns:r="http://schemas.openxmlformats.org/officeDocument/2006/relationships" id="257" r:id="R93af7b9759eb4d1d"/>
    <p:sldId xmlns:r="http://schemas.openxmlformats.org/officeDocument/2006/relationships" id="258" r:id="Rfe4d1971d17a4a5c"/>
    <p:sldId xmlns:r="http://schemas.openxmlformats.org/officeDocument/2006/relationships" id="259" r:id="R9056db1032fe429a"/>
    <p:sldId xmlns:r="http://schemas.openxmlformats.org/officeDocument/2006/relationships" id="260" r:id="R2f8b7630443d4081"/>
    <p:sldId xmlns:r="http://schemas.openxmlformats.org/officeDocument/2006/relationships" id="261" r:id="R28fd0de6cf804ddd"/>
    <p:sldId xmlns:r="http://schemas.openxmlformats.org/officeDocument/2006/relationships" id="262" r:id="Rf7268432418c4c4b"/>
    <p:sldId xmlns:r="http://schemas.openxmlformats.org/officeDocument/2006/relationships" id="263" r:id="R30c660eefc484988"/>
    <p:sldId xmlns:r="http://schemas.openxmlformats.org/officeDocument/2006/relationships" id="264" r:id="R93725ef40788484c"/>
    <p:sldId xmlns:r="http://schemas.openxmlformats.org/officeDocument/2006/relationships" id="265" r:id="R8fd3cc4bb9f04ea8"/>
    <p:sldId xmlns:r="http://schemas.openxmlformats.org/officeDocument/2006/relationships" id="266" r:id="R1b6eff2c936a4e30"/>
    <p:sldId xmlns:r="http://schemas.openxmlformats.org/officeDocument/2006/relationships" id="267" r:id="R923b963d83184b14"/>
    <p:sldId xmlns:r="http://schemas.openxmlformats.org/officeDocument/2006/relationships" id="268" r:id="Rc100067afe734326"/>
    <p:sldId xmlns:r="http://schemas.openxmlformats.org/officeDocument/2006/relationships" id="269" r:id="R0b6de28fdf864c8c"/>
    <p:sldId xmlns:r="http://schemas.openxmlformats.org/officeDocument/2006/relationships" id="270" r:id="Rd3ba7f15c68f45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a44c449274979" /><Relationship Type="http://schemas.openxmlformats.org/officeDocument/2006/relationships/slideMaster" Target="/ppt/slideMasters/slideMaster1.xml" Id="R757e5fda9df64413" /><Relationship Type="http://schemas.openxmlformats.org/officeDocument/2006/relationships/notesMaster" Target="/ppt/notesMasters/notesMaster1.xml" Id="R51393dbcd0334317" /><Relationship Type="http://schemas.openxmlformats.org/officeDocument/2006/relationships/presProps" Target="/ppt/presProps.xml" Id="R1e4ba01faaed4ca8" /><Relationship Type="http://schemas.openxmlformats.org/officeDocument/2006/relationships/tableStyles" Target="/ppt/tableStyles.xml" Id="R687487f2f7a04296" /><Relationship Type="http://schemas.openxmlformats.org/officeDocument/2006/relationships/slide" Target="/ppt/slides/slide1.xml" Id="R3d64cad148b74f54" /><Relationship Type="http://schemas.openxmlformats.org/officeDocument/2006/relationships/slide" Target="/ppt/slides/slide2.xml" Id="R93af7b9759eb4d1d" /><Relationship Type="http://schemas.openxmlformats.org/officeDocument/2006/relationships/slide" Target="/ppt/slides/slide3.xml" Id="Rfe4d1971d17a4a5c" /><Relationship Type="http://schemas.openxmlformats.org/officeDocument/2006/relationships/slide" Target="/ppt/slides/slide4.xml" Id="R9056db1032fe429a" /><Relationship Type="http://schemas.openxmlformats.org/officeDocument/2006/relationships/slide" Target="/ppt/slides/slide5.xml" Id="R2f8b7630443d4081" /><Relationship Type="http://schemas.openxmlformats.org/officeDocument/2006/relationships/slide" Target="/ppt/slides/slide6.xml" Id="R28fd0de6cf804ddd" /><Relationship Type="http://schemas.openxmlformats.org/officeDocument/2006/relationships/slide" Target="/ppt/slides/slide7.xml" Id="Rf7268432418c4c4b" /><Relationship Type="http://schemas.openxmlformats.org/officeDocument/2006/relationships/slide" Target="/ppt/slides/slide8.xml" Id="R30c660eefc484988" /><Relationship Type="http://schemas.openxmlformats.org/officeDocument/2006/relationships/slide" Target="/ppt/slides/slide9.xml" Id="R93725ef40788484c" /><Relationship Type="http://schemas.openxmlformats.org/officeDocument/2006/relationships/slide" Target="/ppt/slides/slide10.xml" Id="R8fd3cc4bb9f04ea8" /><Relationship Type="http://schemas.openxmlformats.org/officeDocument/2006/relationships/slide" Target="/ppt/slides/slide11.xml" Id="R1b6eff2c936a4e30" /><Relationship Type="http://schemas.openxmlformats.org/officeDocument/2006/relationships/slide" Target="/ppt/slides/slide12.xml" Id="R923b963d83184b14" /><Relationship Type="http://schemas.openxmlformats.org/officeDocument/2006/relationships/slide" Target="/ppt/slides/slide13.xml" Id="Rc100067afe734326" /><Relationship Type="http://schemas.openxmlformats.org/officeDocument/2006/relationships/slide" Target="/ppt/slides/slide14.xml" Id="R0b6de28fdf864c8c" /><Relationship Type="http://schemas.openxmlformats.org/officeDocument/2006/relationships/slide" Target="/ppt/slides/slide15.xml" Id="Rd3ba7f15c68f45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b2b4e7cd74b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71931c0d044ad7" /><Relationship Type="http://schemas.openxmlformats.org/officeDocument/2006/relationships/notesMaster" Target="/ppt/notesMasters/notesMaster1.xml" Id="R8bb2f088d4244b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ed329a6f5c439a" /><Relationship Type="http://schemas.openxmlformats.org/officeDocument/2006/relationships/notesMaster" Target="/ppt/notesMasters/notesMaster1.xml" Id="R5b03a697db1a45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8de17e36444b26" /><Relationship Type="http://schemas.openxmlformats.org/officeDocument/2006/relationships/notesMaster" Target="/ppt/notesMasters/notesMaster1.xml" Id="R88803e5f990745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74f7a0b7b14db8" /><Relationship Type="http://schemas.openxmlformats.org/officeDocument/2006/relationships/notesMaster" Target="/ppt/notesMasters/notesMaster1.xml" Id="Rb195e2d0286241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2aea772c264008" /><Relationship Type="http://schemas.openxmlformats.org/officeDocument/2006/relationships/notesMaster" Target="/ppt/notesMasters/notesMaster1.xml" Id="R824568ebc676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3a75b02a654a2b" /><Relationship Type="http://schemas.openxmlformats.org/officeDocument/2006/relationships/notesMaster" Target="/ppt/notesMasters/notesMaster1.xml" Id="R2d8f00749400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3275c366ff40fb" /><Relationship Type="http://schemas.openxmlformats.org/officeDocument/2006/relationships/notesMaster" Target="/ppt/notesMasters/notesMaster1.xml" Id="Rbb64be7aaa1b4b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3b643b35904568" /><Relationship Type="http://schemas.openxmlformats.org/officeDocument/2006/relationships/notesMaster" Target="/ppt/notesMasters/notesMaster1.xml" Id="R39a16e951fc64b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57edc4eca24f88" /><Relationship Type="http://schemas.openxmlformats.org/officeDocument/2006/relationships/notesMaster" Target="/ppt/notesMasters/notesMaster1.xml" Id="Rc2048f4ce4e441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ec3a2f30e74ff2" /><Relationship Type="http://schemas.openxmlformats.org/officeDocument/2006/relationships/notesMaster" Target="/ppt/notesMasters/notesMaster1.xml" Id="Rd725f64910a24d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c5e024c2b64d85" /><Relationship Type="http://schemas.openxmlformats.org/officeDocument/2006/relationships/notesMaster" Target="/ppt/notesMasters/notesMaster1.xml" Id="R0b25697313bc4e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d46fb23bff492a" /><Relationship Type="http://schemas.openxmlformats.org/officeDocument/2006/relationships/notesMaster" Target="/ppt/notesMasters/notesMaster1.xml" Id="R3135261739fe42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d28b13eb9e45b9" /><Relationship Type="http://schemas.openxmlformats.org/officeDocument/2006/relationships/notesMaster" Target="/ppt/notesMasters/notesMaster1.xml" Id="Ree1910219e4745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351e7fd9f84323" /><Relationship Type="http://schemas.openxmlformats.org/officeDocument/2006/relationships/notesMaster" Target="/ppt/notesMasters/notesMaster1.xml" Id="R423a2e1036314c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9bfb1a074e456b" /><Relationship Type="http://schemas.openxmlformats.org/officeDocument/2006/relationships/notesMaster" Target="/ppt/notesMasters/notesMaster1.xml" Id="R88dc72a41a0d49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- 260624_Service workshop #1_MVP.pptx · 2~11p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2~11p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2p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2p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2p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3p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3p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4p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5p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6p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7p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8~9p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10p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- 260624_Service workshop #1_MVP.pptx · 11p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- MACHINE_IQ_요구사항_및_회의질의서_20260827.xlsx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ce84152fa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79d84595934ded" /><Relationship Type="http://schemas.openxmlformats.org/officeDocument/2006/relationships/slideLayout" Target="/ppt/slideLayouts/slideLayout1.xml" Id="R3974bf3b885d40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4bf3b885d40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6bf00e7ad4751" /><Relationship Type="http://schemas.openxmlformats.org/officeDocument/2006/relationships/notesSlide" Target="/ppt/notesSlides/notesSlide1.xml" Id="R58816bb4461941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0ebdaaebf4886" /><Relationship Type="http://schemas.openxmlformats.org/officeDocument/2006/relationships/notesSlide" Target="/ppt/notesSlides/notesSlide2.xml" Id="R566cf938da0949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cab28562247b6" /><Relationship Type="http://schemas.openxmlformats.org/officeDocument/2006/relationships/notesSlide" Target="/ppt/notesSlides/notesSlide3.xml" Id="Re208447e8f3743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7a56b48914688" /><Relationship Type="http://schemas.openxmlformats.org/officeDocument/2006/relationships/notesSlide" Target="/ppt/notesSlides/notesSlide4.xml" Id="R75edb750293e41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a2ef9d1d449f9" /><Relationship Type="http://schemas.openxmlformats.org/officeDocument/2006/relationships/notesSlide" Target="/ppt/notesSlides/notesSlide5.xml" Id="R0bf39f62b3b64c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74c48d3924ae7" /><Relationship Type="http://schemas.openxmlformats.org/officeDocument/2006/relationships/notesSlide" Target="/ppt/notesSlides/notesSlide6.xml" Id="R93eb141878194a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fad00a5d6415c" /><Relationship Type="http://schemas.openxmlformats.org/officeDocument/2006/relationships/notesSlide" Target="/ppt/notesSlides/notesSlide7.xml" Id="R2132b6765f9f48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bcc517eb34582" /><Relationship Type="http://schemas.openxmlformats.org/officeDocument/2006/relationships/notesSlide" Target="/ppt/notesSlides/notesSlide8.xml" Id="R3ad6b1cff6ae4f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c1f13fd4c4548" /><Relationship Type="http://schemas.openxmlformats.org/officeDocument/2006/relationships/notesSlide" Target="/ppt/notesSlides/notesSlide9.xml" Id="R79ac52cf508e40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f3233a08e4040" /><Relationship Type="http://schemas.openxmlformats.org/officeDocument/2006/relationships/notesSlide" Target="/ppt/notesSlides/notesSlide10.xml" Id="R3bf88006c0ea43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5b7bb09ba4dd0" /><Relationship Type="http://schemas.openxmlformats.org/officeDocument/2006/relationships/notesSlide" Target="/ppt/notesSlides/notesSlide11.xml" Id="R9e050fb5741a4e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9f0f6db7447d4" /><Relationship Type="http://schemas.openxmlformats.org/officeDocument/2006/relationships/notesSlide" Target="/ppt/notesSlides/notesSlide12.xml" Id="R0057374322934e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6d77280624a01" /><Relationship Type="http://schemas.openxmlformats.org/officeDocument/2006/relationships/notesSlide" Target="/ppt/notesSlides/notesSlide13.xml" Id="Rc92f13dbc01e45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5195395414a02" /><Relationship Type="http://schemas.openxmlformats.org/officeDocument/2006/relationships/notesSlide" Target="/ppt/notesSlides/notesSlide14.xml" Id="R118e29c47aab48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faedfad53460a" /><Relationship Type="http://schemas.openxmlformats.org/officeDocument/2006/relationships/notesSlide" Target="/ppt/notesSlides/notesSlide15.xml" Id="R768bc26fe8224c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A0BE9-ABEB-4610-8EBD-A33999D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C7755-90CD-4406-A587-09097B1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Bobcat MACHINE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23EA9-FF31-45DC-95E9-B195E520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요구사항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회의 질의서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246BB-C812-4978-9C41-3501AB92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1D5DB"/>
                </a:solidFill>
              </a:defRPr>
            </a:pPr>
            <a:r>
              <a:rPr sz="1650" b="0">
                <a:solidFill>
                  <a:srgbClr val="D1D5DB"/>
                </a:solidFill>
              </a:rPr>
              <a:t>화면·메뉴별 요구사항 31건과 확인 질의 23건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DAE78-7E6A-4D5B-BFE4-AD24034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기준 파일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958C2-7526-4E9D-AC6F-86936DF2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260624_Service workshop #1_MVP.pptx · 2~11p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MACHINE_IQ_요구사항_및_회의질의서_20260827.xlsx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20EB7-E790-4932-9789-C074B02F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CA3AF"/>
                </a:solidFill>
              </a:defRPr>
            </a:pPr>
            <a:r>
              <a:rPr sz="1050" b="0">
                <a:solidFill>
                  <a:srgbClr val="9CA3AF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942360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4D81D-D298-4196-8AAA-B3F5CDC1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7F417-CA96-4E7F-8D03-186204C1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2F1A8-66FC-49CC-B74A-592924C9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회의에서 확인할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89F71-B6DE-41C3-9DFC-AC9E9C46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요구사항은 원문 기준으로 유지하고, 결정이 필요한 항목만 질의로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C1786-DACA-4200-87F2-CEC13B1A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8C619-E02D-485E-8F6E-094F5B0B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A1E5F-A888-4E10-AA05-BF74AF89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3B12"/>
                </a:solidFill>
              </a:defRPr>
            </a:pPr>
            <a:r>
              <a:rPr sz="3900" b="1">
                <a:solidFill>
                  <a:srgbClr val="FF3B12"/>
                </a:solidFill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19736-FA04-40FB-AB24-E41C1136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요구사항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991AC-4E32-4634-B1A0-1E99BF1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PPT 2~11p 전체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5B48A-4EFE-41F1-B986-CB386837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3B12"/>
                </a:solidFill>
              </a:defRPr>
            </a:pPr>
            <a:r>
              <a:rPr sz="3900" b="1">
                <a:solidFill>
                  <a:srgbClr val="FF3B12"/>
                </a:solidFill>
              </a:rPr>
              <a:t>23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2AA01-B0C5-454B-A268-4907880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24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확인 질의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0CC4D-F1F4-46DC-A751-28A51DE2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670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업무·데이터·권한·글로벌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DA801-2135-45E9-B182-38473625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3B12"/>
                </a:solidFill>
              </a:defRPr>
            </a:pPr>
            <a:r>
              <a:rPr sz="3900" b="1">
                <a:solidFill>
                  <a:srgbClr val="FF3B12"/>
                </a:solidFill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32BF2-B9EA-484A-BFA0-D0AFBA8D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메뉴 구간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4AE3C-802B-404C-B5EA-DBBEDC34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670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서비스·운행이력·홈·대시보드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32B19-D1B4-4BF5-9EDA-98BB1226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95940-B723-4ABB-B8E8-956DBC63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회의 순서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938A8-0C7D-4012-AEDC-2D9F9D37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B2B2B"/>
                </a:solidFill>
              </a:defRPr>
            </a:pPr>
            <a:r>
              <a:rPr sz="1650" b="0">
                <a:solidFill>
                  <a:srgbClr val="2B2B2B"/>
                </a:solidFill>
              </a:rPr>
              <a:t>① 요구사항 원문 확인   →   ② 화면·메뉴 범위 확인   →   ③ 질의 답변·결정 기록   →   ④ 후속 데이터·권한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2ABC8-35FF-49FC-BBEE-A01104B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</a:defRPr>
            </a:pPr>
            <a:r>
              <a:rPr sz="1200" b="0">
                <a:solidFill>
                  <a:srgbClr val="6B7280"/>
                </a:solidFill>
              </a:rPr>
              <a:t>질의가 없는 요구사항은 별도 질문을 만들지 않고 요구사항 내용만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CB20E-15EB-46DD-BBFE-4859985C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70AC3-0FD9-4659-B3EC-1F2D25E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2~11p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97F51C-3080-4DF1-90D6-5F08EB4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311345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E9162A-55DE-414C-8D3A-E0781691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FC083-E564-467C-8B67-2E8624CF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3149D-CFAA-4EEE-96AF-3A8B5DA7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서비스 공통 조회 조건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C1178-1828-403E-B147-A193A65F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GNB · 기본 기간 · 사용자설정 · 날짜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119A7-A7F6-4C4D-90FC-C315649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8ED18-D32A-49D0-A40D-9EA27F1F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54D53-D904-4C2A-B5F6-38AD711D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F6B69-0DD6-4F99-9E17-8A9235E0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99A62-86DE-4150-B248-ECF52EFF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58E3E-A40E-4A02-B8E8-1CBF50D1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GNB 활성 밑줄 정렬 통일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D843C-075F-4D65-9A58-3406AB3A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공통 GNB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EEC44-4171-4D44-9438-5777BF0D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795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서비스 밑줄 정렬 불일치, 다른 항목도 동일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8CBA4-59CA-468F-A8FD-49F70F51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42EF9-3DB5-4CA9-BEC7-50D739A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3CF83-FD79-425D-9A2A-F01B7E22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B97DC-9183-4ED4-96E5-2D47159F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146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기본 조회 기간을 일 단위로 변경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CC462-A29E-4A22-88FF-F65070B7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하위 전체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728EB-ED9C-4EFB-A086-C9493BAE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기본 조회 조건을 일로 변경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DAC80F-0BB5-44EE-BE8A-84318A3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670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57365-5AD2-48D0-87C7-F16741DB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C43F63-E353-4E7F-A8DA-0B504305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최초 조회의 ‘일’은 사용자 지역 기준 당일(00:00~23:59)인가요, 조회 시점 기준 최근 24시간인가요?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BF702-BB67-4A47-A3EC-64617C0F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8DF51-AA9E-469A-AFFA-5DA2743B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89C34E-8D65-4D93-9BA9-87ADE25A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EB707-C225-4B0C-B514-61DBD182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사용자설정 가능 기간 안내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FD593-7D8A-412A-8B4D-7DF62B3D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사용자설정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73CDE-D2F9-4D51-B105-EAD40C63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005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사용자 설정 시 가능 기간 안내 필요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D760A-CD27-4A62-8F1F-7162279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50E852-2611-4146-9C46-543B8790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62D2CB-5E39-4679-9E9E-9B53C619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사용자설정으로 조회할 수 있는 최대 기간은 어느 정도까지 필요한가요? 현재 프론트에는 31일 제한이 없으므로 서버 허용 범위와 성능 기준 확인이 필요합니다.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8B6C81-3233-4DE9-94BD-CD2895C7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5D4EF-4CDE-485B-B5AE-D47B28EF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D8B9CD-3E26-4CBA-BA37-4DA91D4A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3C7E2E-DB9F-42BD-831C-AE41582E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387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사용자설정 버튼 없이 날짜 직접 입력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35280E-A21C-4713-A3AB-8110366D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날짜 필터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B862D9-92CA-4F17-8D7E-9012C3AC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795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사용자 설정 버튼 안 누르고 날짜 입력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F7309A-157D-4866-B1A4-882A4272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0FE2F0-56DE-4FEC-8666-F226D2E5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2p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758CBD-6313-46D2-8C06-2EFA4422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604947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AE2502-CC68-458D-B206-643AF91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AA8C4-1A7F-40AC-A061-A5528986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2CFE2-27A5-456F-82F0-06EE4C8F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차량 에러 통합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43842-45A2-4E2E-BA90-EC60DAED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상단 집계 제거 · 차량/배터리/엔진 오류 통합 · 메뉴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9F6BF-6CB8-42A2-8B95-94AC76EA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7DDA7-6594-42B5-BA0D-19DEACB6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6E8E8-F69F-42BB-989C-27200C50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F9D42-E242-41B7-9D63-F01FC63E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68E94-B585-4C23-AB98-BC42D604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F2D1C-CB89-4C4C-8965-36942557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서비스 상단 전체 집계만 제거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A5F7D-EE33-48E8-A1A7-4E13DC23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차량에러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24470-8467-4CDC-8896-C6ACDF8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7953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서비스 상단 현황의 ‘전체’ 집계 항목 제거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0A2B4-36A3-47E2-BD0B-C684C18D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B3C2E-E5AB-4791-B9F6-E64E1FCD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6B6A8-8FE2-4094-9921-D5440AA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6F6D1-390B-4C2D-A367-5CFAAAE3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배터리·엔진 오류를 기존 차량 에러에 통합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E3123-41E5-4527-B0EF-A91294CE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차량에러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EC8EF-073E-4C40-B7CD-EA600AFE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배터리 에러를 별도 배치하지 않고 엔진 오류와 함께 차량 에러에 포함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33063-F385-4DF8-985A-3991551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290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92E7F-3060-49C7-A72F-CA513EB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D38A6-CD38-4473-83FB-2EB2CEF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J1939/DM1 데이터가 더 이상 수신되지 않을 때 오류를 완료로 볼까요, ‘마지막 수신 이후 미확인’으로 표시할까요?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0398F-283A-4F65-8A56-B72249F8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8DACC-28F4-4D7C-975F-D5521A4B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41CBB-F490-4163-8011-B045926A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01042-C587-497B-B9DE-E92C17E4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00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배터리에러 별도 메뉴 제거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92BA35-044F-4A38-B8ED-598BFA8C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메뉴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FA489-986B-44CC-BF03-B1B859D1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7953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따로 배치할 필요 없음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6F790-28F7-4CD2-A307-8262B22E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0D7413-CDDF-4F27-A531-A51DF1DB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2p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9F577-D6D3-43D6-AC6E-AC4767C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343663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3BC36-6B92-47AB-B965-7AF78B0E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91F99-066E-487E-BF8E-367247B6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BE3E3-F3AF-4D36-A831-851CA5EE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차량 에러 표시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00B41-6818-4D09-A026-943CF269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PDF 제공 조건 · 오류 구분 필드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1CCB0-30EF-465F-B1E2-1409CE43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45C11-65F6-4C78-9AE3-4402C87D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96801-666D-4F58-83E4-82C77399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C60C0-77D8-4F46-954B-7C390AB0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E20C7-B388-4788-9E03-90398F6F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D14CA-88A1-4E95-98F3-06A40B7B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PDF가 있을 때만 PDF 아이콘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B9893-A86A-43D2-AD97-1108FF2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차량오류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2ADF7B-ABBF-48BB-844C-E71FD5E0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PDF 있으면 아이콘 표시, 없으면 미표시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508D3-111A-476E-9529-C44B1F6E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43DD70-9A1C-4C73-B79D-9E01E15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30BBE-2188-47AC-AEB9-573B24A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동일 오류의 매뉴얼 PDF가 언어·지역·버전별로 여러 개일 때 어떤 파일을 우선 제공해야 하나요?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55602-328D-42EC-8349-484C6DFC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66889-5889-4BD6-9692-20D25EAA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209F4-3B09-448E-ABC6-1F921B63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R-SVC-009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96B25-D439-4768-B0F1-FA902697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중요도를 오류 구분으로 변경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E21A5-8C62-4F3F-A8CB-D7D19A7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플릿·딜러 차량 에러 목록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85BFC-1612-4443-8086-6628AFBD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7953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중요도 대신 차량 오류와 배터리 오류를 구별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5B1C0-0BC9-4E19-A223-55497B06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74442-C903-4E4C-8B3C-F62781C2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2p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25FCB-F0C3-4AED-A60A-3DC2AF43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51124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4322A6-D7A5-4693-A8E3-CFD6E24D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6EE30-BEC1-4152-93C7-356E7D8A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D7434-1FE0-4E99-AF19-792DD725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정비이력 식별자와 표시값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34211-D443-4E0E-945A-EF1C6997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Claim 번호 · 플릿 노출 범위 · 정비 일시 · 완료 여부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565DE-1362-45BD-9939-7E31CCF9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C293F-C37A-49F1-9391-0B32CE6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ADD0C-D9B8-4231-B622-CD5BC404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CFCB9-CDC9-4832-BFCB-B0C5F88D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0A7CB-CE51-4A6D-B062-96F63B00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R-MNT-001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BC354-F7B5-4DFD-8793-9FDF4BB3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Claim 번호 표시(수리 ID 확인 선행)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94A99-F28B-436B-B469-A47E71D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정비이력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508E1-6EFE-4CC8-834F-CA2E8AA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정비 이력에 Claim 번호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CD83B-61F6-4E7C-9D85-30AA0AD5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E0B02-7CC8-487D-9CE3-77AE945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3D718-87A0-4EC7-9259-ED8BF257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현재 수리 ID와 Claim 번호가 같은 업무 식별자인가요? 다르다면 Claim 번호는 어느 시스템에서 제공되나요?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DB9E4-07EA-49E1-9D56-7B5045C7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05DDE-A281-4DBC-B149-78294B6F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07CA3-0910-4655-BDB8-13BC55A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R-MNT-002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6E2C2-B2BB-4A08-821D-E97C9CC6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146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플릿 고객은 현상까지만 노출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EDCD6-088C-4FDD-8247-29D2979C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정비이력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48872E-A9BF-4B94-B144-CE230A10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7953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고객은 [현상]까지만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2519D-5393-47CC-A004-6CEACAA4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C4ABF-08F7-4F42-B16E-B3EECDF4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2737C-DD30-484A-9CE5-98949672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R-MNT-003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77B758-3D3E-4F42-B820-844FC988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접수일시 값을 ‘정비 일시’로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5855E4-E884-4765-A9C6-F52833DB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정비이력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0D35C-C6B3-4C4A-AC27-852BB7C2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005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[접수 일시]를 [정비 일시]로 변경, 날짜 값은 접수 일시 기준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4627F2-C2EE-4BD8-99E2-38297800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62C640-A2DA-443F-AF4A-DF704EFE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E8ABF6-FA76-420B-841B-C35474C0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화면 명칭은 ‘정비 일시’로 바꾸되 표시 값은 기존 ‘접수 일시’를 유지하는 것이 맞나요?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B200E8-87CE-4AF4-AB88-1B7874D6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39A5A9-8F46-47D9-BD44-5F3B03C0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03A819-432D-48FE-885C-3A2E486E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R-MNT-004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2AC99-0853-442E-8EE0-548E31C5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387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완료일시를 완료 여부 O/X로 변경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228CA7-A9BB-4FDB-B80A-DD1B54F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정비이력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C53C51-CE5A-42B9-B212-DE74DED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완료 일시를 완료 여부 O,X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103E8D-E169-4910-AB05-17613ADD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911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2C482E-ECEF-452C-8E79-E70F70B5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62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6532F3-7E78-4E1A-ADB7-0D396D64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72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완료 여부가 X인 범위에 진행중·취소·재접수 상태를 모두 포함해도 되나요?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7B1D5B-96C4-4D25-B43C-F857574C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8C29BE-7C6B-4E58-93E1-187E7B08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3p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C99A31-0B06-47C7-8228-A277A4DC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882010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DC610A-C06E-4138-9176-5737B202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30966-E86E-4C14-A72C-B31A4A4A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A6D6C-6965-4E5D-9F96-5AD15FF6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정비이력 권한과 정렬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3EB70-9396-41B0-B647-CDA81F5D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수정·삭제·등록 제거 · 목록 정렬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82FC9-4D88-4377-8136-AE29D25A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E3013-F1DA-499B-A353-6BDBE8CB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448AE-C21A-4E86-8E29-B59B9077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4EBE2-F338-4845-BD25-4321B815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9080C-C230-4838-82FF-AA5DB379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R-MNT-005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255E7-B6FF-475A-B342-E333576C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수정·삭제 기능 제거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24CE5-8530-4425-B44D-A923B527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정비이력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5DF34-C2C1-4B11-8F75-D539306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수정/삭제 삭제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47B7C-0879-42C5-ADC2-577BBF5D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07FD9-AD80-43D5-8C2C-5D3C6763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Q-008-1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23FDC-A79F-41D9-BF37-FCECB3E4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수정·삭제 기능 제거는 플릿 고객 화면에만 적용하나요? 딜러 대표나 본사 서비스 사용자는 해당 기능을 유지하나요?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FF69E-042C-4867-B4A0-1A26F89C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93A72-2DA8-4AEA-A79A-B189E4A7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D21C6-5C5B-4F17-8410-EBF7DF5A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R-MNT-006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6FFD5A-E8E5-4BBD-8422-112ED3E2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등록 기능 제거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322EB-8CBD-40B8-85F6-DA793A11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정비이력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A1EAF-A9D1-4FF1-AA43-9C72633F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등록 삭제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FFF45-0BC4-4C0C-8F78-3F5D6764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290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39AB7-881C-4393-A583-46BC0556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Q-008-2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1B978-FEE7-414B-8426-49B23A1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등록 기능 제거는 플릿 고객 화면에만 적용하나요? 딜러 대표나 본사 서비스 사용자는 등록 기능을 유지하나요?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29678-3F73-4960-9DEC-95100F39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4A9C41-C70B-4E31-AAFC-23D691A5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A470E-808A-484C-B7A5-2788F569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R-MNT-007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054A8A-8089-400C-9B9E-7316E17F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00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서비스 목록 정렬 기준 통일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52497E-CEDF-44BC-BBAB-01B93DF9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하위 목록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79109A-CC2B-4CAE-A937-C6A4FF9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그룹/고객명, 기종, 호기로 정렬 통일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FF332A-50A7-4860-A56B-DDBCEE0A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530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C00612-6081-4FFC-8594-FE0075D1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B857CE-1CE7-4E46-ADA9-A839166F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340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한글·영문 업체명이 섞일 때 정렬 언어 기준과 값이 없는 항목의 배치 순서를 어떻게 할까요?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F67414-7F42-4E00-87C1-4E1EAE27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E2728C-FA74-4053-B407-0A089620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3p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222084-970C-403A-8286-17D2E26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522544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DDA19-F0B2-4D05-8475-B125F437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B4DF-BB9A-4CB4-A522-9B6BF177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6A107-D5EF-4842-958A-DD95C44A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수소 시스템 진입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76D72-5863-4020-B595-A061BBD1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1차 메뉴에서 제외하고 차량 상세에서 진입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36E11-36C9-4060-93B6-DDC074CC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53342-85D4-4CA4-B486-2241A84F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75DE4-E99C-4CE7-8774-6F12E96E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91595-B607-4A13-86EE-9274F4CF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75A2F-BF47-436A-A97D-B206956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R-OPS-001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B0E00-7185-4595-BD55-E8A08ADE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수소배터리를 1차 메뉴에서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E1C06-3429-437B-AE6C-83ABF601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운행이력 &gt; 수소배터리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CAC53-AFA5-4BAC-8382-B0609EAC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수소배터리는 한 단계 더 들어가서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B0A94-476C-4498-9287-FDDEEDE9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E6F13-1B9C-4E2C-95D6-B837AFB6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20461-EEB8-4FA8-8E18-5A2DDCDA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수소 시스템 상세 진입은 차량 상세의 어느 영역에 두는 것이 맞나요?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1EEF2-2B7B-456A-AB28-DB6073B4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E6A4B-20FC-4C18-AE8D-F069BD5D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4p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C3A28-7790-4C5B-A448-B9145672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668928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D299B-7BC5-41ED-B53C-05C14D94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5624A-7BEA-42D8-8E4D-8EC096FF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D8A44-6B06-4514-A878-BEFFAA37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운영효율 집계와 표현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D73B4-BB53-40BC-A228-F9B99DD3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월 평균 · 실제 작업시간 · 31일 무스크롤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A81DC-8D51-4C22-8790-2004D6DF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8283F-46F9-423C-9137-C7A47803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2E146-46A2-42D4-A447-59CE1CB2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204AC-6EA2-4CE4-B0D4-3BA08C2B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2429F-5CDE-43F7-B0DC-139CEA44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R-OPS-002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8FC44-4BC4-4199-8E68-6B49E821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월 선택 시 월 평균 운영효율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3F125-B0FE-4232-9D6C-26158704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운행이력 &gt; 운영효율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860F2-03FE-4150-9A0F-4B59FC28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월 평균 그래프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50531-DC8E-4EC8-A1E3-5D3A61C5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1A229-570E-4788-8335-3DB21D50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Q-011</a:t>
            </a:r>
          </a:p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Q-012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8056A-8CA0-4672-8E88-1CE2AAB6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1. 월 운영효율은 어떤 분자와 분모로 계산해야 하나요? 작업시간·대기시간·미사용시간 중 포함 범위를 확정해 주세요.</a:t>
            </a:r>
          </a:p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2. 주 단위의 시작 요일과 월별 집계 기준 시간대는 국가별로 다르게 적용하나요?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E3A445-533B-49AB-AD6A-355E21D5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D5982-E27C-494E-9A0E-0B6A21C7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2578AD-2B51-4EEA-851A-CC247C16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R-OPS-003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82273-3101-478F-A7F1-A19530E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실제 작업시간을 숫자로 함께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0FFB7-14E7-4DF8-80A2-0075BFB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운행이력 &gt; 운영효율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9E4AD-32E7-4881-A426-B8A43315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00450"/>
            <a:ext cx="3714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% 외에 실제 작업시간 추가, 일·주·월 선택에 따라 표시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9CAC3-710C-4393-97BB-92EC31D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29025"/>
            <a:ext cx="95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689D3-EAEC-4FC0-AFED-3FF4686F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ECBB72-3911-42EB-89FD-CD18B27D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실제 작업시간의 기준 단위와 화면 표시 시 반올림 기준은 무엇인가요?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4B6C7-0529-4677-80D8-EDCAB189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861F3-803E-42A2-9649-1C8159A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A921E-2018-4D06-BE7F-124692EC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R-OPS-004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E00961-4C3D-4F82-8F7A-03616D2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00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31일을 가로 스크롤 없이 표시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C385C-CFFC-4D9D-BEA6-F448115E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운행이력 &gt; 운영효율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33EAAC-8993-480C-8EFE-3D924C8D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7953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축 교환은 선택적 구현 방법이며 핵심은 31일 무스크롤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18B4F7-E0B6-4015-9E8F-DF9BB822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4509D4-AE80-464B-81D0-EDA8F12B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5p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D779D2-A8B9-4F35-98BE-F47BCF32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7363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D638-8A94-4C49-ACCF-C24C37B6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29758-9B5D-4C4A-A0BC-744325DA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93B0A-1E2B-4AB3-9B77-28EDD4A5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엔진 연비 명칭과 그래프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12A53-5647-416B-A99E-BEA7C05C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메뉴 명칭 변경 · 월 31일 무스크롤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DB331-FBB9-4FCE-BC7B-316DF7E5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D7BB3-F850-4E0F-AD92-4CC7BA76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A05BB-4CF3-4032-A8D7-D8573F9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6EE8E-03FE-4E6A-8F94-8EEF0B27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ED1EC-2F30-4851-B31E-D78E32F0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R-OPS-006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6CB88-9BBF-43CF-91DF-E4182264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‘엔진’을 ‘엔진 연비’로 명칭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1B2B9-4A49-436F-A293-C1CC4B49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운행이력 &gt; 엔진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7880E-73E6-4C05-ABFB-F5504D3A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엔진 → 엔진 연비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1CAAB-9C17-42D1-8A15-D884680F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93893-20FC-438A-8800-7D9BF452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6EF2A-CAB6-4A47-B212-A9A6F3AE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영문 메뉴명과 화면명은 ‘Engine Fuel Efficiency’로 확정해도 되나요?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80415-2284-479B-9A89-6138C54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8F08D-B94E-4DB4-B113-0D11600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2B128-1DBE-41A8-A393-3CD4ADC3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R-OPS-007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94B93-F70F-4C5C-AD9F-44C381C3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월 연비 그래프 31일 무스크롤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E0849-48AC-4F3B-B2A0-44615083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운행이력 &gt; 엔진 연비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7DD44-95C4-49D9-8827-BEC22FC7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스크롤 없이 31일까지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EF4EF-0FCA-4995-931E-9E0FA25C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11B64-8CEA-42C7-96D5-D9CDEC2A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Q-015</a:t>
            </a:r>
          </a:p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Q-016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DD6C5-C098-4F41-9B78-9CE7E245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1. 실제 연비 0과 데이터 미수신을 화면에서 각각 어떻게 구분해 표시할까요?</a:t>
            </a:r>
          </a:p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2. 연비 현황 그래프의 Y축 눈금이 중복되어 보입니다. 표시 단위, 눈금 간격과 소수 자릿수 기준을 어떻게 할까요?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33B7FB-B4FA-41ED-908B-70D04B78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4A23C-D39F-4B4E-B03E-B27F4270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6p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278CA-6CED-4E96-96B2-9609063E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8689998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6BECF4-1A58-4995-9A6C-5995375A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4CA36-F85E-4D48-B8EE-C0239B97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484CE-F85C-446C-AAB6-2AF7080E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리튬배터리 상세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2838F-F57A-4BBF-903C-271EB240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에러 정보 제거 · 충방전량/온도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20061-ADB0-45F2-9E46-E61AE71D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97858-4D5C-4397-802C-A5E2DE11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7FD9A-13D1-467B-BF34-60997412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9091B-74C8-4ED3-AAAD-F0604C77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604F6-F335-4612-A515-C1ED8918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R-BAT-001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C7B1A-EFBF-4C57-89EC-CAE83C3F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리튬배터리 상세의 에러 정보만 제거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E95B8-21A5-4F2D-B292-FF31EE8A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운행이력 &gt; 리튬배터리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8FC21-F7E5-4690-96E0-13528B79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7953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하단 에러 정보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7775D-1D44-4A32-A9B2-1AFD36A1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B63FB-4F8D-4E8B-8709-E5763B00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EFA79-047B-477F-AE62-F18942D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R-BAT-002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B6765-9424-4588-8FCC-AA00819A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충·방전량과 온도 좌우 비교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D3CA6-DBE8-4700-A5BE-A6908EAF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운행이력 &gt; 리튬배터리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83462-6271-4230-B1DD-F7CEB044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충방전량과 온도 그래프 같이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188C9-A161-4ECC-9989-3F992327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079E6-A086-47EB-B6C9-5C1CA817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B0758B-718B-4208-AFFC-93C29184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배터리 온도는 사용자 지역에 따라 °C와 °F를 전환해야 하나요?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DAADB-6072-4BE6-B9B1-A97DD436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48A68-3D79-4E83-83C4-452C2CAB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7p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72E12-3FDD-4633-A07C-91FADFD5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856164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88D732-B68D-4FAA-9560-B0DF1D23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2E8A6-F8E8-4D5C-AE35-89E55DEA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AD747-57A9-4649-A7A6-A59FC0E7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딜러 차량 노출과 소유자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8CD5-C8AA-4BF8-95CC-A4A4F2A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고객 동의 전 제외 · 재판매 시 End Customer 갱신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60F18C-36FE-462B-86BE-B49C45F1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77EA7-23E6-4F03-9C63-1FC81F3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B4C4E-EBC7-481D-AA68-E2202B04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0B1CA-F7AB-4C7B-AB71-FA99F66B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6379E-939E-4F7A-B1DF-41134D4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R-HOME-001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50BC0-7EDC-406A-BA2F-EA5685E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고객 동의 전 차량 완전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B9F90-AA81-4D21-9AC3-9FDAAE4B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홈 차량 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9069-C782-4FFE-891A-77B0746D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고객 동의 확보 이전 차량은 아예 지움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AC6EB-A0B0-4182-BE6E-09C798C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95C88-188B-4D2B-BD1D-8A06AD3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Q-018</a:t>
            </a:r>
          </a:p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Q-019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1E26E-6AB1-44CF-8612-F98E3B31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1. 고객 미동의 차량은 원천 데이터에서 삭제하나요, 목록·검색·집계·직접조회에서만 제외하나요?</a:t>
            </a:r>
          </a:p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2. 고객 동의 완료를 판단하는 기준과 동의 이력 보존기간은 국가별로 어떻게 적용하나요?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83EE2-6650-4B73-8542-3EF9BB8C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41417C-7B14-437F-BE1E-B38B62D4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405B5-2F13-4273-8ABD-25CF3C49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R-HOME-002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A2C54-C8CC-4D1D-8082-CEA6F2D9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재판매 시 End Customer 갱신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EB7E02-7F70-40D1-8274-95AE4B28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차량 소유 고객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A55B2-85C8-4C5F-BAF1-1CD515C3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100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재판매 시 Delivery Report와 End Customer 변경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425D8-AA4D-4CFC-950F-1FF6E05B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38625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F6B707-E1C6-47D2-8C06-16013065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725F1-CF87-4C64-A73D-9A56B05E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재판매·취소·재처리 이벤트와 소유 고객 변경 효력일을 현재 연계 시스템에서 제공할 수 있나요?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B89CD-A3B9-4499-938E-C8F7268E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32A3D-C0AD-4C07-84D4-4BA5910C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8~9p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20F14-F94F-4D14-8D66-76CDF24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1899021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E4E2A9-10EB-4F73-8AD0-35AC4A9B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FB880-2093-4D2A-9C8E-E2139866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C6836-06B8-4E46-A8B5-FBE3513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소모품 리셋 업무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8FE81-728C-45CF-9D9F-83359878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리셋 명칭 · 즉시 실행 · 권한 · 관리 시작 시점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468B1-B24D-4EA0-B56B-0AA56E6F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C6391-3A0D-4E57-BFB7-C55E6DD8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BF774-D0DC-4E28-9DBE-876CC2E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52DAF-13D2-4FE7-A5FD-C964C0C7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30201-8D4E-4317-B12C-6C8D55C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R-SUP-001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4A9B5-1C58-4DA2-A0D0-C3733273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수정 버튼을 리셋으로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04AAA-C18E-46DC-9E93-E31A8C78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소모품관리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1C8B7-460C-4958-A7FB-84549B7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수정 버튼 -&gt; 리셋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7F9CC-2243-42A4-88AD-2BA3AAA8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898E0-C3CA-4E23-BB01-2BFAE4CB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FE1BB-A4EB-42EF-A4DA-C9CA6D7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리셋의 업무 의미는 ‘교환 완료’인가요, ‘관리 시작점 초기화’인가요?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E4E41-CECD-4768-9032-75E0D2AD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08987-25A9-4756-A510-37EC0BA5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E6B5A-1610-4825-8407-05612145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R-SUP-002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7AE5E-604F-40C2-B2F1-E31104FB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146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팝업 없이 리셋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82B582-6A1A-44DD-BFD8-1195FC85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소모품관리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4EA70-381B-4C12-8BC5-FAE2521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8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팝업 안 띄우기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185C8-1AC2-4ED2-9B62-10A09BAC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670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AD087-E7D2-476A-BF3A-1F8605B7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C1E3A7-73AC-4183-9F12-C34F7BB6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480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입력 팝업 없이 즉시 리셋하는 것이 맞나요? 단순 확인창은 허용하나요?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1EE78-604A-4B3C-A677-A1579A02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47AAB-C46F-4189-B7D8-CF3E2D8B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1693AC-8DDD-4EE3-8821-177F7F46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R-SUP-003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8BB8C8-7D35-48B4-AA02-754ECDC9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딜러 대표·본사 서비스 리셋 권한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4B5344-91C3-4622-800B-2AE3C852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소모품관리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137EB9-8D9F-46DF-B89E-4360B550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0055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리셋권한 딜러 대표, 본사 서비스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415358-4EC0-45AF-A565-A9F53939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2912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05305-2802-4217-819D-DA6DD0B5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00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Q-023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BA3E16-28C1-4130-ADE9-214A50E6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리셋 권한은 딜러 대표와 본사 서비스만 해당하나요? 예외로 허용할 역할이 있나요?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C299DE-1D28-452D-97C8-8C8E197E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65D5C7-0F4D-4A5C-B8E3-ACE0BAB2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DE5175-ED10-4DBE-A468-E5E872DA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R-SUP-004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E4FB59-9591-4EB1-9E2F-922F69FC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387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리셋 기준을 관리 시작 시점으로 설정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147A59-1929-417F-9991-087F02DC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서비스 &gt; 소모품관리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93A383-F606-4C75-B245-E068646C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관리 시작 시점으로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0F7E39-FD31-42AF-906F-928901E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91175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E21D20-E8E9-40B8-A627-79C0C23E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62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Q-024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E92F75-2C85-4C78-9D7A-CFA488CB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72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관리 시작 시점은 리셋 실행 시간인가요, 실제 소모품 교환일인가요?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285B91-FCD0-40BC-B823-5CCA7AF9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1111BF-6D41-4E9D-964A-447BB922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10p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683EBE-6D98-48D0-B621-2B2CF925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9138865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D48FA-BBEC-4325-823C-95F90315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C30DE-82E4-49BC-B92E-9EEED1D8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84E6E-7BD6-4946-9749-6853C2BC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딜러 위젯 대시보드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E1CD0-5B62-4DDD-8AF7-3D49C89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지도 전체화면 아이콘의 동작 범위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7BF65-A15C-4EAF-BB4E-F89CC58E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87982-1370-473D-8F63-17BCD0DF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6ED1D-959A-4883-B2AE-0641845D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90521-95B1-4395-A28D-92DF2B85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06780-863B-4894-97E3-2B206C98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R-DSH-002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77A38-08A8-4F54-9C01-868F191F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전체화면 보기 아이콘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538A1-790F-421F-9015-06ACEC9F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그룹별 위젯 대시보드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499014-BFF6-4F70-B6F2-800A54A9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3714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전체화면보기 아이콘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D8847-5B72-4654-BE83-C785032D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05025"/>
            <a:ext cx="95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8996A-2EC5-42B6-BDCD-58CBEAF2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764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6FA3"/>
                </a:solidFill>
              </a:defRPr>
            </a:pPr>
            <a:r>
              <a:rPr sz="900" b="1">
                <a:solidFill>
                  <a:srgbClr val="2E6FA3"/>
                </a:solidFill>
              </a:rPr>
              <a:t>확인  Q-025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6F0D3-B4F4-4624-8E7D-376148B3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B2B2B"/>
                </a:solidFill>
              </a:defRPr>
            </a:pPr>
            <a:r>
              <a:rPr sz="1050" b="0">
                <a:solidFill>
                  <a:srgbClr val="2B2B2B"/>
                </a:solidFill>
              </a:rPr>
              <a:t>전체화면 아이콘은 현재 화면에서 지도 위젯만 확대하나요, 별도의 전체 지도 화면으로 이동하나요?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7DC58-56B4-4181-9CB2-502ED9DE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9EAE7-2420-4B6A-8D6A-CACDBC6A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260624_Service workshop #1_MVP.pptx · 11p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51A86-2F77-47C9-9380-62F12C74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7447315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CBAC8E-AFC7-4C0E-A149-97D72A0C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42145-F27B-4677-A3D9-79406807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MACHINE IQ · REQUIREMENTS WORKSHOP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9AB5A-DC51-4FBB-A368-B1B8159A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회의에서 확정할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83914-6EC0-4FAE-A1A4-422DB85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</a:defRPr>
            </a:pPr>
            <a:r>
              <a:rPr sz="1125" b="0">
                <a:solidFill>
                  <a:srgbClr val="6B7280"/>
                </a:solidFill>
              </a:rPr>
              <a:t>답변 결과가 화면·API·권한 설계로 이어지는 항목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8EBA8-4E5A-4EA2-B789-E91F7A5D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0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B7280"/>
                </a:solidFill>
              </a:defRPr>
            </a:pPr>
            <a:r>
              <a:rPr sz="975" b="1">
                <a:solidFill>
                  <a:srgbClr val="6B7280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2C565-7BA9-47EC-85DD-B1F95131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7B1D0-A142-49D1-9B56-3A05264A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기간·시간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EB992-8096-4B8F-8AD1-75A13CDD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“일”의 기준, 사용자설정 최대 범위, 주 시작 요일, 국가별 시간대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AEFD1-749F-4593-87B6-23B27B1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0741E-60C0-42E6-9D58-F4D34C04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오류·완료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2B399-E607-4017-9777-ADBF054A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J1939/DM1 미수신 상태, 오류 완료 조건, 차량/배터리 구분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21385-A5A3-444D-8779-0CABB1D9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식별자·연계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06522-B663-459C-B389-0C6CABF4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수리 ID와 Claim 번호 관계, 소유 고객 변경 이벤트 제공 여부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4FDA6-DB54-43D1-ABE7-B2396A89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623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718E0-A6AD-431E-876A-52180BE4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권한·법무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81FC1-F2D7-4B45-B912-85BE740A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정비 등록·수정·삭제 유지 대상, 소모품 리셋 역할, 미동의 차량 처리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FA929-2818-4944-974A-2E29958F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글로벌 표시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08C2BB-CB39-40CD-A296-4011A5F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PDF 언어·지역·버전 우선순위, °C/°F, 영문 메뉴명, 업체 정렬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A139E-9C63-43AA-A5EE-42EAC9F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9105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7756C-D077-4B63-8E75-AFE1FC59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산식·단위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3C249-61DE-4A78-89FC-CCEC666D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B2B"/>
                </a:solidFill>
              </a:defRPr>
            </a:pPr>
            <a:r>
              <a:rPr sz="1200" b="0">
                <a:solidFill>
                  <a:srgbClr val="2B2B2B"/>
                </a:solidFill>
              </a:rPr>
              <a:t>운영효율 분자/분모, 실제 작업시간 단위·반올림, 연비 0과 미수신 구분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7365B-7842-4E4A-9043-9E2B93AC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290CE9-C568-43FA-ADD2-8A36FDAB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출처  MACHINE_IQ_요구사항_및_회의질의서_20260827.xlsx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3659B-0C81-492B-88E5-C7840B8A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246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</a:defRPr>
            </a:pPr>
            <a:r>
              <a:rPr sz="825" b="0">
                <a:solidFill>
                  <a:srgbClr val="6B7280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624036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2026-08-29T08:18:21.1800000Z</dcterms:created>
  <dcterms:modified xsi:type="dcterms:W3CDTF">2026-08-29T08:18:21.1800000Z</dcterms:modified>
</coreProperties>
</file>